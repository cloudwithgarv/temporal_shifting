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1"/>
  </p:notesMasterIdLst>
  <p:handoutMasterIdLst>
    <p:handoutMasterId r:id="rId12"/>
  </p:handoutMasterIdLst>
  <p:sldIdLst>
    <p:sldId id="277" r:id="rId4"/>
    <p:sldId id="399" r:id="rId5"/>
    <p:sldId id="400" r:id="rId6"/>
    <p:sldId id="408" r:id="rId7"/>
    <p:sldId id="402" r:id="rId8"/>
    <p:sldId id="401" r:id="rId9"/>
    <p:sldId id="4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714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413165" y="1476029"/>
            <a:ext cx="9177104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000000"/>
                </a:solidFill>
              </a:rPr>
              <a:t>COMPUTER SCIENCE AND ENGINEERING (Hons. </a:t>
            </a:r>
            <a:r>
              <a:rPr lang="en-US" sz="2400" b="1" dirty="0" smtClean="0">
                <a:solidFill>
                  <a:srgbClr val="000000"/>
                </a:solidFill>
              </a:rPr>
              <a:t>In Cloud Computing)</a:t>
            </a:r>
            <a:r>
              <a:rPr lang="en-US" sz="2400" b="1" dirty="0" smtClean="0">
                <a:solidFill>
                  <a:srgbClr val="000000"/>
                </a:solidFill>
              </a:rPr>
              <a:t>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Arial Black" pitchFamily="34" charset="0"/>
              </a:rPr>
              <a:t>Carbon-Aware Temporal Shifting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4685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 smtClean="0"/>
              <a:t>Garv Garg, Arnav Agrawal, Piyush Sirwaiya</a:t>
            </a:r>
            <a:endParaRPr lang="en-US" sz="2000" dirty="0"/>
          </a:p>
          <a:p>
            <a:r>
              <a:rPr lang="en-US" sz="2000" dirty="0" smtClean="0"/>
              <a:t>23BCC70174, 23BCC70052, 23BCC70053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32892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 smtClean="0"/>
              <a:t> Dr. Amardeep Singh [E17149]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/>
                <a:cs typeface="Times New Roman"/>
              </a:rPr>
              <a:t>Outline of the Presentation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</a:t>
            </a:r>
            <a:r>
              <a:rPr lang="en-US" dirty="0" smtClean="0">
                <a:latin typeface="Times New Roman"/>
                <a:cs typeface="Times New Roman"/>
              </a:rPr>
              <a:t>Research Title </a:t>
            </a:r>
          </a:p>
          <a:p>
            <a:r>
              <a:rPr lang="en-US" dirty="0" smtClean="0">
                <a:latin typeface="Times New Roman"/>
                <a:cs typeface="Times New Roman"/>
              </a:rPr>
              <a:t>Background of the Research Topic</a:t>
            </a:r>
          </a:p>
          <a:p>
            <a:r>
              <a:rPr lang="en-US" dirty="0" smtClean="0">
                <a:latin typeface="Times New Roman"/>
                <a:cs typeface="Times New Roman"/>
              </a:rPr>
              <a:t>Objectives </a:t>
            </a:r>
            <a:r>
              <a:rPr lang="en-US" dirty="0">
                <a:latin typeface="Times New Roman"/>
                <a:cs typeface="Times New Roman"/>
              </a:rPr>
              <a:t>of </a:t>
            </a:r>
            <a:r>
              <a:rPr lang="en-US" dirty="0" smtClean="0">
                <a:latin typeface="Times New Roman"/>
                <a:cs typeface="Times New Roman"/>
              </a:rPr>
              <a:t>the Research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Problem </a:t>
            </a:r>
            <a:r>
              <a:rPr lang="en-US" dirty="0" smtClean="0">
                <a:latin typeface="Times New Roman"/>
                <a:cs typeface="Times New Roman"/>
              </a:rPr>
              <a:t>Formulation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325563"/>
          </a:xfrm>
        </p:spPr>
        <p:txBody>
          <a:bodyPr/>
          <a:lstStyle/>
          <a:p>
            <a:pPr algn="ctr"/>
            <a:r>
              <a:rPr lang="en-US" b="1" dirty="0"/>
              <a:t>Introduction </a:t>
            </a:r>
            <a:r>
              <a:rPr lang="en-US" b="1" dirty="0"/>
              <a:t>to Carbon-Aware Temporal Shifting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06553"/>
            <a:ext cx="1025097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rapid growth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computing, data centers, and large-scale digital services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 led to a significant increase in global energy consumption and carbon emissions.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generation has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varying carbon intensity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depending on time, location, and energy sources (renewable vs fossil-based).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Carbon-Aware Temporal Shifting (CATS)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strategy that schedules energy-intensive computing tasks at times when electricity is cleaner and has lower carbon intensity.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executing tasks immediately, non-urgent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workloads are delayed or shifted to time periods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higher renewable energy availability.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helps reduce the carbon footprint of computing systems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requiring new hardware or major infrastructure changes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658302" cy="1325563"/>
          </a:xfrm>
        </p:spPr>
        <p:txBody>
          <a:bodyPr/>
          <a:lstStyle/>
          <a:p>
            <a:pPr algn="ctr"/>
            <a:r>
              <a:rPr lang="en-US" b="1" dirty="0" smtClean="0"/>
              <a:t>Background to </a:t>
            </a:r>
            <a:r>
              <a:rPr lang="en-US" b="1" dirty="0"/>
              <a:t>Carbon-Aware Temporal Shifting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38200" y="1185704"/>
            <a:ext cx="1130530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Data centers </a:t>
            </a:r>
            <a:r>
              <a:rPr lang="en-US" altLang="en-US" sz="1800" b="1" dirty="0">
                <a:latin typeface="Arial" panose="020B0604020202020204" pitchFamily="34" charset="0"/>
              </a:rPr>
              <a:t>contribute a significant share of global CO₂ emissions </a:t>
            </a:r>
            <a:r>
              <a:rPr lang="en-US" altLang="en-US" sz="1800" dirty="0">
                <a:latin typeface="Arial" panose="020B0604020202020204" pitchFamily="34" charset="0"/>
              </a:rPr>
              <a:t>due to their continuous energy demand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Traditionally</a:t>
            </a:r>
            <a:r>
              <a:rPr lang="en-US" altLang="en-US" sz="1800" dirty="0">
                <a:latin typeface="Arial" panose="020B0604020202020204" pitchFamily="34" charset="0"/>
              </a:rPr>
              <a:t>, workload scheduling focuses on</a:t>
            </a:r>
            <a:r>
              <a:rPr lang="en-US" altLang="en-US" sz="1800" dirty="0" smtClean="0">
                <a:latin typeface="Arial" panose="020B0604020202020204" pitchFamily="34" charset="0"/>
              </a:rPr>
              <a:t>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Performance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Cost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Resource utilization </a:t>
            </a:r>
            <a:r>
              <a:rPr lang="en-US" altLang="en-US" sz="1800" dirty="0" smtClean="0">
                <a:latin typeface="Arial" panose="020B0604020202020204" pitchFamily="34" charset="0"/>
              </a:rPr>
              <a:t>with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little consideration </a:t>
            </a:r>
            <a:r>
              <a:rPr lang="en-US" altLang="en-US" sz="1800" dirty="0" smtClean="0">
                <a:latin typeface="Arial" panose="020B0604020202020204" pitchFamily="34" charset="0"/>
              </a:rPr>
              <a:t>for environmental impact.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Power grids increasingly integrate renewable energy sources such as wind and solar, which are: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Intermittent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Time-dependent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Carbon intensity of electricity fluctuates hourly based on: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Energy mix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Demand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Grid conditions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Advances in: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Carbon intensity forecasting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Smart grids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Cloud orchestration tools </a:t>
            </a:r>
            <a:r>
              <a:rPr lang="en-US" altLang="en-US" sz="1800" dirty="0" smtClean="0">
                <a:latin typeface="Arial" panose="020B0604020202020204" pitchFamily="34" charset="0"/>
              </a:rPr>
              <a:t>have enabled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carbon-aware decision-making </a:t>
            </a:r>
            <a:r>
              <a:rPr lang="en-US" altLang="en-US" sz="1800" dirty="0" smtClean="0">
                <a:latin typeface="Arial" panose="020B0604020202020204" pitchFamily="34" charset="0"/>
              </a:rPr>
              <a:t>in computing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 smtClean="0">
                <a:latin typeface="Arial" panose="020B0604020202020204" pitchFamily="34" charset="0"/>
              </a:rPr>
              <a:t>Temporal shifting complements </a:t>
            </a:r>
            <a:r>
              <a:rPr lang="en-US" altLang="en-US" sz="1800" dirty="0" smtClean="0">
                <a:latin typeface="Arial" panose="020B0604020202020204" pitchFamily="34" charset="0"/>
              </a:rPr>
              <a:t>other sustainability approaches such as: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Energy-efficient hardware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Geographic load shifting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 smtClean="0">
                <a:latin typeface="Arial" panose="020B0604020202020204" pitchFamily="34" charset="0"/>
              </a:rPr>
              <a:t>Demand response programs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4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15889"/>
            <a:ext cx="10184476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carbon emissions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associated with computing workloads by aligning execution with low-carbon energy periods.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scheduling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mechanisms that balance: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`Carbon reduction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of Service 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 constraints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workloads suitable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temporal flexibility (e.g., batch jobs, data analytics, ML training).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performance degradation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achieving environmental benefits.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and green cloud computing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framework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can be adopted by: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providers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center operators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High-performance computing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1300554"/>
            <a:ext cx="10217728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 a set of computational tasks with: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Known execution times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carbon intensity vary over discrete time intervals.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 is to determine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optimal task scheduling times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that: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carbon emissions are minimized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deadlines and system constraints are satisfied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include: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availability (CPU, memory)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dependencies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allowable delay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 can be formulated as an optimization problem: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Function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Minimize total carbon emissions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 to: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Performance, deadline, and resource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problem is often NP-hard and may require: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Heuristic methods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models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09079" y="2327255"/>
            <a:ext cx="858997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THANKYOU</a:t>
            </a:r>
            <a:endParaRPr lang="en-US" sz="13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562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6181</TotalTime>
  <Words>522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 of the Presentation</vt:lpstr>
      <vt:lpstr>Introduction to Carbon-Aware Temporal Shifting</vt:lpstr>
      <vt:lpstr>Background to Carbon-Aware Temporal Shifting</vt:lpstr>
      <vt:lpstr>Objectives of the Work</vt:lpstr>
      <vt:lpstr>Problem Formulation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student</cp:lastModifiedBy>
  <cp:revision>498</cp:revision>
  <dcterms:created xsi:type="dcterms:W3CDTF">2019-01-09T10:33:58Z</dcterms:created>
  <dcterms:modified xsi:type="dcterms:W3CDTF">2026-01-29T10:23:49Z</dcterms:modified>
</cp:coreProperties>
</file>